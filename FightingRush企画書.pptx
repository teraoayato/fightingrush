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9" d="100"/>
          <a:sy n="79" d="100"/>
        </p:scale>
        <p:origin x="850" y="9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FF406D6-F769-1ACA-7A18-903836DC0328}"/>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A8AACD81-1CDA-2BB2-7A43-24535AD793E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F56B33D9-6A3C-9B86-F4C1-70FA635ADEA6}"/>
              </a:ext>
            </a:extLst>
          </p:cNvPr>
          <p:cNvSpPr>
            <a:spLocks noGrp="1"/>
          </p:cNvSpPr>
          <p:nvPr>
            <p:ph type="dt" sz="half" idx="10"/>
          </p:nvPr>
        </p:nvSpPr>
        <p:spPr/>
        <p:txBody>
          <a:bodyPr/>
          <a:lstStyle/>
          <a:p>
            <a:fld id="{BD16C73C-746E-4B19-8B12-8497D34BB760}" type="datetimeFigureOut">
              <a:rPr kumimoji="1" lang="ja-JP" altLang="en-US" smtClean="0"/>
              <a:t>2026/8/6</a:t>
            </a:fld>
            <a:endParaRPr kumimoji="1" lang="ja-JP" altLang="en-US"/>
          </a:p>
        </p:txBody>
      </p:sp>
      <p:sp>
        <p:nvSpPr>
          <p:cNvPr id="5" name="フッター プレースホルダー 4">
            <a:extLst>
              <a:ext uri="{FF2B5EF4-FFF2-40B4-BE49-F238E27FC236}">
                <a16:creationId xmlns:a16="http://schemas.microsoft.com/office/drawing/2014/main" id="{FBAA82E3-1AF5-EDC5-A973-363C11886934}"/>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58343E1B-2ED3-3C3C-96DD-9FE9DDA7D634}"/>
              </a:ext>
            </a:extLst>
          </p:cNvPr>
          <p:cNvSpPr>
            <a:spLocks noGrp="1"/>
          </p:cNvSpPr>
          <p:nvPr>
            <p:ph type="sldNum" sz="quarter" idx="12"/>
          </p:nvPr>
        </p:nvSpPr>
        <p:spPr/>
        <p:txBody>
          <a:bodyPr/>
          <a:lstStyle/>
          <a:p>
            <a:fld id="{8952CF0F-F9DC-4E74-8ECC-DC25DD3CB749}" type="slidenum">
              <a:rPr kumimoji="1" lang="ja-JP" altLang="en-US" smtClean="0"/>
              <a:t>‹#›</a:t>
            </a:fld>
            <a:endParaRPr kumimoji="1" lang="ja-JP" altLang="en-US"/>
          </a:p>
        </p:txBody>
      </p:sp>
    </p:spTree>
    <p:extLst>
      <p:ext uri="{BB962C8B-B14F-4D97-AF65-F5344CB8AC3E}">
        <p14:creationId xmlns:p14="http://schemas.microsoft.com/office/powerpoint/2010/main" val="36330427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031EA9F-E037-9FF2-F5C5-4039F35F2E2C}"/>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F9E96D5A-B787-A8D1-EE74-25A751A8CE01}"/>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B7F7F993-E5FD-9DF2-6EE1-D8B0BB247089}"/>
              </a:ext>
            </a:extLst>
          </p:cNvPr>
          <p:cNvSpPr>
            <a:spLocks noGrp="1"/>
          </p:cNvSpPr>
          <p:nvPr>
            <p:ph type="dt" sz="half" idx="10"/>
          </p:nvPr>
        </p:nvSpPr>
        <p:spPr/>
        <p:txBody>
          <a:bodyPr/>
          <a:lstStyle/>
          <a:p>
            <a:fld id="{BD16C73C-746E-4B19-8B12-8497D34BB760}" type="datetimeFigureOut">
              <a:rPr kumimoji="1" lang="ja-JP" altLang="en-US" smtClean="0"/>
              <a:t>2026/8/6</a:t>
            </a:fld>
            <a:endParaRPr kumimoji="1" lang="ja-JP" altLang="en-US"/>
          </a:p>
        </p:txBody>
      </p:sp>
      <p:sp>
        <p:nvSpPr>
          <p:cNvPr id="5" name="フッター プレースホルダー 4">
            <a:extLst>
              <a:ext uri="{FF2B5EF4-FFF2-40B4-BE49-F238E27FC236}">
                <a16:creationId xmlns:a16="http://schemas.microsoft.com/office/drawing/2014/main" id="{8A6E0231-0E0C-7B52-52A3-92D82D7BC7E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7C8BD75A-7318-E78B-CFD8-6BECA634DC68}"/>
              </a:ext>
            </a:extLst>
          </p:cNvPr>
          <p:cNvSpPr>
            <a:spLocks noGrp="1"/>
          </p:cNvSpPr>
          <p:nvPr>
            <p:ph type="sldNum" sz="quarter" idx="12"/>
          </p:nvPr>
        </p:nvSpPr>
        <p:spPr/>
        <p:txBody>
          <a:bodyPr/>
          <a:lstStyle/>
          <a:p>
            <a:fld id="{8952CF0F-F9DC-4E74-8ECC-DC25DD3CB749}" type="slidenum">
              <a:rPr kumimoji="1" lang="ja-JP" altLang="en-US" smtClean="0"/>
              <a:t>‹#›</a:t>
            </a:fld>
            <a:endParaRPr kumimoji="1" lang="ja-JP" altLang="en-US"/>
          </a:p>
        </p:txBody>
      </p:sp>
    </p:spTree>
    <p:extLst>
      <p:ext uri="{BB962C8B-B14F-4D97-AF65-F5344CB8AC3E}">
        <p14:creationId xmlns:p14="http://schemas.microsoft.com/office/powerpoint/2010/main" val="14226662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476BF89-73F0-6662-9C87-0F0B5C50DB12}"/>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C5098312-9F59-160E-83F0-640EE5DB640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806ED16F-CDE9-7761-0D44-5B7CAE02A817}"/>
              </a:ext>
            </a:extLst>
          </p:cNvPr>
          <p:cNvSpPr>
            <a:spLocks noGrp="1"/>
          </p:cNvSpPr>
          <p:nvPr>
            <p:ph type="dt" sz="half" idx="10"/>
          </p:nvPr>
        </p:nvSpPr>
        <p:spPr/>
        <p:txBody>
          <a:bodyPr/>
          <a:lstStyle/>
          <a:p>
            <a:fld id="{BD16C73C-746E-4B19-8B12-8497D34BB760}" type="datetimeFigureOut">
              <a:rPr kumimoji="1" lang="ja-JP" altLang="en-US" smtClean="0"/>
              <a:t>2026/8/6</a:t>
            </a:fld>
            <a:endParaRPr kumimoji="1" lang="ja-JP" altLang="en-US"/>
          </a:p>
        </p:txBody>
      </p:sp>
      <p:sp>
        <p:nvSpPr>
          <p:cNvPr id="5" name="フッター プレースホルダー 4">
            <a:extLst>
              <a:ext uri="{FF2B5EF4-FFF2-40B4-BE49-F238E27FC236}">
                <a16:creationId xmlns:a16="http://schemas.microsoft.com/office/drawing/2014/main" id="{9D6D1806-0B0B-FBBE-7452-BB5584EB8692}"/>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299D198D-382C-7341-1AC5-0B7F97DF6BC1}"/>
              </a:ext>
            </a:extLst>
          </p:cNvPr>
          <p:cNvSpPr>
            <a:spLocks noGrp="1"/>
          </p:cNvSpPr>
          <p:nvPr>
            <p:ph type="sldNum" sz="quarter" idx="12"/>
          </p:nvPr>
        </p:nvSpPr>
        <p:spPr/>
        <p:txBody>
          <a:bodyPr/>
          <a:lstStyle/>
          <a:p>
            <a:fld id="{8952CF0F-F9DC-4E74-8ECC-DC25DD3CB749}" type="slidenum">
              <a:rPr kumimoji="1" lang="ja-JP" altLang="en-US" smtClean="0"/>
              <a:t>‹#›</a:t>
            </a:fld>
            <a:endParaRPr kumimoji="1" lang="ja-JP" altLang="en-US"/>
          </a:p>
        </p:txBody>
      </p:sp>
    </p:spTree>
    <p:extLst>
      <p:ext uri="{BB962C8B-B14F-4D97-AF65-F5344CB8AC3E}">
        <p14:creationId xmlns:p14="http://schemas.microsoft.com/office/powerpoint/2010/main" val="5322666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7870DCA-7520-B996-5F86-7B53097205C4}"/>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158C2B14-EAD7-C173-BBAA-4431DD665172}"/>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BCA0842F-9D13-8D75-393A-594ABD94283C}"/>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42829360-196B-15E9-C46C-700A8E3BDB2D}"/>
              </a:ext>
            </a:extLst>
          </p:cNvPr>
          <p:cNvSpPr>
            <a:spLocks noGrp="1"/>
          </p:cNvSpPr>
          <p:nvPr>
            <p:ph type="dt" sz="half" idx="10"/>
          </p:nvPr>
        </p:nvSpPr>
        <p:spPr/>
        <p:txBody>
          <a:bodyPr/>
          <a:lstStyle/>
          <a:p>
            <a:fld id="{BD16C73C-746E-4B19-8B12-8497D34BB760}" type="datetimeFigureOut">
              <a:rPr kumimoji="1" lang="ja-JP" altLang="en-US" smtClean="0"/>
              <a:t>2026/8/6</a:t>
            </a:fld>
            <a:endParaRPr kumimoji="1" lang="ja-JP" altLang="en-US"/>
          </a:p>
        </p:txBody>
      </p:sp>
      <p:sp>
        <p:nvSpPr>
          <p:cNvPr id="6" name="フッター プレースホルダー 5">
            <a:extLst>
              <a:ext uri="{FF2B5EF4-FFF2-40B4-BE49-F238E27FC236}">
                <a16:creationId xmlns:a16="http://schemas.microsoft.com/office/drawing/2014/main" id="{D544E404-136B-4272-0327-216152E351B8}"/>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85BA7D2D-41DA-C355-4FD9-4F54B625D01B}"/>
              </a:ext>
            </a:extLst>
          </p:cNvPr>
          <p:cNvSpPr>
            <a:spLocks noGrp="1"/>
          </p:cNvSpPr>
          <p:nvPr>
            <p:ph type="sldNum" sz="quarter" idx="12"/>
          </p:nvPr>
        </p:nvSpPr>
        <p:spPr/>
        <p:txBody>
          <a:bodyPr/>
          <a:lstStyle/>
          <a:p>
            <a:fld id="{8952CF0F-F9DC-4E74-8ECC-DC25DD3CB749}" type="slidenum">
              <a:rPr kumimoji="1" lang="ja-JP" altLang="en-US" smtClean="0"/>
              <a:t>‹#›</a:t>
            </a:fld>
            <a:endParaRPr kumimoji="1" lang="ja-JP" altLang="en-US"/>
          </a:p>
        </p:txBody>
      </p:sp>
    </p:spTree>
    <p:extLst>
      <p:ext uri="{BB962C8B-B14F-4D97-AF65-F5344CB8AC3E}">
        <p14:creationId xmlns:p14="http://schemas.microsoft.com/office/powerpoint/2010/main" val="11640969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C0568BA-F34D-47E6-054E-6FF9DB207F1E}"/>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859BE2C9-E9B7-D445-361A-0B522CDF729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1C21162C-E03D-2B9E-D69C-EB2ECF0A73FD}"/>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212D13B7-EB92-50B5-ABDA-36CB2A54536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88886E34-4FD8-B1C9-ACB2-856B3A3EBD81}"/>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08989913-B99F-6CAB-2F36-2044F131ADE1}"/>
              </a:ext>
            </a:extLst>
          </p:cNvPr>
          <p:cNvSpPr>
            <a:spLocks noGrp="1"/>
          </p:cNvSpPr>
          <p:nvPr>
            <p:ph type="dt" sz="half" idx="10"/>
          </p:nvPr>
        </p:nvSpPr>
        <p:spPr/>
        <p:txBody>
          <a:bodyPr/>
          <a:lstStyle/>
          <a:p>
            <a:fld id="{BD16C73C-746E-4B19-8B12-8497D34BB760}" type="datetimeFigureOut">
              <a:rPr kumimoji="1" lang="ja-JP" altLang="en-US" smtClean="0"/>
              <a:t>2026/8/6</a:t>
            </a:fld>
            <a:endParaRPr kumimoji="1" lang="ja-JP" altLang="en-US"/>
          </a:p>
        </p:txBody>
      </p:sp>
      <p:sp>
        <p:nvSpPr>
          <p:cNvPr id="8" name="フッター プレースホルダー 7">
            <a:extLst>
              <a:ext uri="{FF2B5EF4-FFF2-40B4-BE49-F238E27FC236}">
                <a16:creationId xmlns:a16="http://schemas.microsoft.com/office/drawing/2014/main" id="{2B83A5EA-1E3C-FF0B-DBB3-95A643BFB2A2}"/>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0959B284-629F-B2F2-B051-81C5A95F8B00}"/>
              </a:ext>
            </a:extLst>
          </p:cNvPr>
          <p:cNvSpPr>
            <a:spLocks noGrp="1"/>
          </p:cNvSpPr>
          <p:nvPr>
            <p:ph type="sldNum" sz="quarter" idx="12"/>
          </p:nvPr>
        </p:nvSpPr>
        <p:spPr/>
        <p:txBody>
          <a:bodyPr/>
          <a:lstStyle/>
          <a:p>
            <a:fld id="{8952CF0F-F9DC-4E74-8ECC-DC25DD3CB749}" type="slidenum">
              <a:rPr kumimoji="1" lang="ja-JP" altLang="en-US" smtClean="0"/>
              <a:t>‹#›</a:t>
            </a:fld>
            <a:endParaRPr kumimoji="1" lang="ja-JP" altLang="en-US"/>
          </a:p>
        </p:txBody>
      </p:sp>
    </p:spTree>
    <p:extLst>
      <p:ext uri="{BB962C8B-B14F-4D97-AF65-F5344CB8AC3E}">
        <p14:creationId xmlns:p14="http://schemas.microsoft.com/office/powerpoint/2010/main" val="42080546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AFA2B08-CDA1-1633-AF78-FD2F702F4E96}"/>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C71ADACC-A4B7-2FE3-CA47-982941BCCD66}"/>
              </a:ext>
            </a:extLst>
          </p:cNvPr>
          <p:cNvSpPr>
            <a:spLocks noGrp="1"/>
          </p:cNvSpPr>
          <p:nvPr>
            <p:ph type="dt" sz="half" idx="10"/>
          </p:nvPr>
        </p:nvSpPr>
        <p:spPr/>
        <p:txBody>
          <a:bodyPr/>
          <a:lstStyle/>
          <a:p>
            <a:fld id="{BD16C73C-746E-4B19-8B12-8497D34BB760}" type="datetimeFigureOut">
              <a:rPr kumimoji="1" lang="ja-JP" altLang="en-US" smtClean="0"/>
              <a:t>2026/8/6</a:t>
            </a:fld>
            <a:endParaRPr kumimoji="1" lang="ja-JP" altLang="en-US"/>
          </a:p>
        </p:txBody>
      </p:sp>
      <p:sp>
        <p:nvSpPr>
          <p:cNvPr id="4" name="フッター プレースホルダー 3">
            <a:extLst>
              <a:ext uri="{FF2B5EF4-FFF2-40B4-BE49-F238E27FC236}">
                <a16:creationId xmlns:a16="http://schemas.microsoft.com/office/drawing/2014/main" id="{29986E09-E845-8095-FF25-1AF0973BB6C3}"/>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F305F31A-C7DD-6E08-EE91-78DC40B07BDB}"/>
              </a:ext>
            </a:extLst>
          </p:cNvPr>
          <p:cNvSpPr>
            <a:spLocks noGrp="1"/>
          </p:cNvSpPr>
          <p:nvPr>
            <p:ph type="sldNum" sz="quarter" idx="12"/>
          </p:nvPr>
        </p:nvSpPr>
        <p:spPr/>
        <p:txBody>
          <a:bodyPr/>
          <a:lstStyle/>
          <a:p>
            <a:fld id="{8952CF0F-F9DC-4E74-8ECC-DC25DD3CB749}" type="slidenum">
              <a:rPr kumimoji="1" lang="ja-JP" altLang="en-US" smtClean="0"/>
              <a:t>‹#›</a:t>
            </a:fld>
            <a:endParaRPr kumimoji="1" lang="ja-JP" altLang="en-US"/>
          </a:p>
        </p:txBody>
      </p:sp>
    </p:spTree>
    <p:extLst>
      <p:ext uri="{BB962C8B-B14F-4D97-AF65-F5344CB8AC3E}">
        <p14:creationId xmlns:p14="http://schemas.microsoft.com/office/powerpoint/2010/main" val="30627817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CB9C2993-EE7A-2B9F-33AB-01DD4AEAC3E4}"/>
              </a:ext>
            </a:extLst>
          </p:cNvPr>
          <p:cNvSpPr>
            <a:spLocks noGrp="1"/>
          </p:cNvSpPr>
          <p:nvPr>
            <p:ph type="dt" sz="half" idx="10"/>
          </p:nvPr>
        </p:nvSpPr>
        <p:spPr/>
        <p:txBody>
          <a:bodyPr/>
          <a:lstStyle/>
          <a:p>
            <a:fld id="{BD16C73C-746E-4B19-8B12-8497D34BB760}" type="datetimeFigureOut">
              <a:rPr kumimoji="1" lang="ja-JP" altLang="en-US" smtClean="0"/>
              <a:t>2026/8/6</a:t>
            </a:fld>
            <a:endParaRPr kumimoji="1" lang="ja-JP" altLang="en-US"/>
          </a:p>
        </p:txBody>
      </p:sp>
      <p:sp>
        <p:nvSpPr>
          <p:cNvPr id="3" name="フッター プレースホルダー 2">
            <a:extLst>
              <a:ext uri="{FF2B5EF4-FFF2-40B4-BE49-F238E27FC236}">
                <a16:creationId xmlns:a16="http://schemas.microsoft.com/office/drawing/2014/main" id="{0FC35FEF-4CC4-8260-E168-07A12DCBD53F}"/>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3673CEEB-5B47-D5C9-FD46-B574766F441A}"/>
              </a:ext>
            </a:extLst>
          </p:cNvPr>
          <p:cNvSpPr>
            <a:spLocks noGrp="1"/>
          </p:cNvSpPr>
          <p:nvPr>
            <p:ph type="sldNum" sz="quarter" idx="12"/>
          </p:nvPr>
        </p:nvSpPr>
        <p:spPr/>
        <p:txBody>
          <a:bodyPr/>
          <a:lstStyle/>
          <a:p>
            <a:fld id="{8952CF0F-F9DC-4E74-8ECC-DC25DD3CB749}" type="slidenum">
              <a:rPr kumimoji="1" lang="ja-JP" altLang="en-US" smtClean="0"/>
              <a:t>‹#›</a:t>
            </a:fld>
            <a:endParaRPr kumimoji="1" lang="ja-JP" altLang="en-US"/>
          </a:p>
        </p:txBody>
      </p:sp>
    </p:spTree>
    <p:extLst>
      <p:ext uri="{BB962C8B-B14F-4D97-AF65-F5344CB8AC3E}">
        <p14:creationId xmlns:p14="http://schemas.microsoft.com/office/powerpoint/2010/main" val="9170141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B1A1300-471A-8C37-E25A-353602C8BDBC}"/>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98F5F5A1-1357-1E17-93F7-190E9024DA8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D07C79B2-B9CF-9C17-A323-A7ED6335D87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B50A0230-6EC9-84D2-6470-343E4F05C007}"/>
              </a:ext>
            </a:extLst>
          </p:cNvPr>
          <p:cNvSpPr>
            <a:spLocks noGrp="1"/>
          </p:cNvSpPr>
          <p:nvPr>
            <p:ph type="dt" sz="half" idx="10"/>
          </p:nvPr>
        </p:nvSpPr>
        <p:spPr/>
        <p:txBody>
          <a:bodyPr/>
          <a:lstStyle/>
          <a:p>
            <a:fld id="{BD16C73C-746E-4B19-8B12-8497D34BB760}" type="datetimeFigureOut">
              <a:rPr kumimoji="1" lang="ja-JP" altLang="en-US" smtClean="0"/>
              <a:t>2026/8/6</a:t>
            </a:fld>
            <a:endParaRPr kumimoji="1" lang="ja-JP" altLang="en-US"/>
          </a:p>
        </p:txBody>
      </p:sp>
      <p:sp>
        <p:nvSpPr>
          <p:cNvPr id="6" name="フッター プレースホルダー 5">
            <a:extLst>
              <a:ext uri="{FF2B5EF4-FFF2-40B4-BE49-F238E27FC236}">
                <a16:creationId xmlns:a16="http://schemas.microsoft.com/office/drawing/2014/main" id="{C66ACEE6-6843-62AA-ED8B-6DE4352AE157}"/>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5875D462-C6EE-4989-939B-77B662DE67FA}"/>
              </a:ext>
            </a:extLst>
          </p:cNvPr>
          <p:cNvSpPr>
            <a:spLocks noGrp="1"/>
          </p:cNvSpPr>
          <p:nvPr>
            <p:ph type="sldNum" sz="quarter" idx="12"/>
          </p:nvPr>
        </p:nvSpPr>
        <p:spPr/>
        <p:txBody>
          <a:bodyPr/>
          <a:lstStyle/>
          <a:p>
            <a:fld id="{8952CF0F-F9DC-4E74-8ECC-DC25DD3CB749}" type="slidenum">
              <a:rPr kumimoji="1" lang="ja-JP" altLang="en-US" smtClean="0"/>
              <a:t>‹#›</a:t>
            </a:fld>
            <a:endParaRPr kumimoji="1" lang="ja-JP" altLang="en-US"/>
          </a:p>
        </p:txBody>
      </p:sp>
    </p:spTree>
    <p:extLst>
      <p:ext uri="{BB962C8B-B14F-4D97-AF65-F5344CB8AC3E}">
        <p14:creationId xmlns:p14="http://schemas.microsoft.com/office/powerpoint/2010/main" val="26514070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C5B0F62-7BAD-4078-C68C-C51575B3367A}"/>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8E01628F-99B8-AB07-8358-F267ED9689C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112D6E59-A5D4-3F60-C3DA-32781E3B558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9674A706-440F-34B0-6AEA-50CC519C3283}"/>
              </a:ext>
            </a:extLst>
          </p:cNvPr>
          <p:cNvSpPr>
            <a:spLocks noGrp="1"/>
          </p:cNvSpPr>
          <p:nvPr>
            <p:ph type="dt" sz="half" idx="10"/>
          </p:nvPr>
        </p:nvSpPr>
        <p:spPr/>
        <p:txBody>
          <a:bodyPr/>
          <a:lstStyle/>
          <a:p>
            <a:fld id="{BD16C73C-746E-4B19-8B12-8497D34BB760}" type="datetimeFigureOut">
              <a:rPr kumimoji="1" lang="ja-JP" altLang="en-US" smtClean="0"/>
              <a:t>2026/8/6</a:t>
            </a:fld>
            <a:endParaRPr kumimoji="1" lang="ja-JP" altLang="en-US"/>
          </a:p>
        </p:txBody>
      </p:sp>
      <p:sp>
        <p:nvSpPr>
          <p:cNvPr id="6" name="フッター プレースホルダー 5">
            <a:extLst>
              <a:ext uri="{FF2B5EF4-FFF2-40B4-BE49-F238E27FC236}">
                <a16:creationId xmlns:a16="http://schemas.microsoft.com/office/drawing/2014/main" id="{44021E08-C875-9E77-1A75-CF0BC96E46B6}"/>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54819F79-C49C-FB8E-6BF6-210D47821FA2}"/>
              </a:ext>
            </a:extLst>
          </p:cNvPr>
          <p:cNvSpPr>
            <a:spLocks noGrp="1"/>
          </p:cNvSpPr>
          <p:nvPr>
            <p:ph type="sldNum" sz="quarter" idx="12"/>
          </p:nvPr>
        </p:nvSpPr>
        <p:spPr/>
        <p:txBody>
          <a:bodyPr/>
          <a:lstStyle/>
          <a:p>
            <a:fld id="{8952CF0F-F9DC-4E74-8ECC-DC25DD3CB749}" type="slidenum">
              <a:rPr kumimoji="1" lang="ja-JP" altLang="en-US" smtClean="0"/>
              <a:t>‹#›</a:t>
            </a:fld>
            <a:endParaRPr kumimoji="1" lang="ja-JP" altLang="en-US"/>
          </a:p>
        </p:txBody>
      </p:sp>
    </p:spTree>
    <p:extLst>
      <p:ext uri="{BB962C8B-B14F-4D97-AF65-F5344CB8AC3E}">
        <p14:creationId xmlns:p14="http://schemas.microsoft.com/office/powerpoint/2010/main" val="8605036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27A3BDD-C266-8051-D66F-CC1B67771C07}"/>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4A621E7B-8207-6D8A-CB3E-F9E8078AB1E2}"/>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763355FB-2F84-3072-428B-1F6396EF67F0}"/>
              </a:ext>
            </a:extLst>
          </p:cNvPr>
          <p:cNvSpPr>
            <a:spLocks noGrp="1"/>
          </p:cNvSpPr>
          <p:nvPr>
            <p:ph type="dt" sz="half" idx="10"/>
          </p:nvPr>
        </p:nvSpPr>
        <p:spPr/>
        <p:txBody>
          <a:bodyPr/>
          <a:lstStyle/>
          <a:p>
            <a:fld id="{BD16C73C-746E-4B19-8B12-8497D34BB760}" type="datetimeFigureOut">
              <a:rPr kumimoji="1" lang="ja-JP" altLang="en-US" smtClean="0"/>
              <a:t>2026/8/6</a:t>
            </a:fld>
            <a:endParaRPr kumimoji="1" lang="ja-JP" altLang="en-US"/>
          </a:p>
        </p:txBody>
      </p:sp>
      <p:sp>
        <p:nvSpPr>
          <p:cNvPr id="5" name="フッター プレースホルダー 4">
            <a:extLst>
              <a:ext uri="{FF2B5EF4-FFF2-40B4-BE49-F238E27FC236}">
                <a16:creationId xmlns:a16="http://schemas.microsoft.com/office/drawing/2014/main" id="{052E8EEF-569A-8E32-BD0E-7BBF98B00A77}"/>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50B8DBB2-70ED-8D70-F5C9-31A465D669F5}"/>
              </a:ext>
            </a:extLst>
          </p:cNvPr>
          <p:cNvSpPr>
            <a:spLocks noGrp="1"/>
          </p:cNvSpPr>
          <p:nvPr>
            <p:ph type="sldNum" sz="quarter" idx="12"/>
          </p:nvPr>
        </p:nvSpPr>
        <p:spPr/>
        <p:txBody>
          <a:bodyPr/>
          <a:lstStyle/>
          <a:p>
            <a:fld id="{8952CF0F-F9DC-4E74-8ECC-DC25DD3CB749}" type="slidenum">
              <a:rPr kumimoji="1" lang="ja-JP" altLang="en-US" smtClean="0"/>
              <a:t>‹#›</a:t>
            </a:fld>
            <a:endParaRPr kumimoji="1" lang="ja-JP" altLang="en-US"/>
          </a:p>
        </p:txBody>
      </p:sp>
    </p:spTree>
    <p:extLst>
      <p:ext uri="{BB962C8B-B14F-4D97-AF65-F5344CB8AC3E}">
        <p14:creationId xmlns:p14="http://schemas.microsoft.com/office/powerpoint/2010/main" val="14328465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A34915F9-A748-8DCB-3281-C2617D3FDC71}"/>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2B529615-102B-B60D-FEED-092A6D51562B}"/>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0DCE850A-A86A-29D6-399D-DFD08F493067}"/>
              </a:ext>
            </a:extLst>
          </p:cNvPr>
          <p:cNvSpPr>
            <a:spLocks noGrp="1"/>
          </p:cNvSpPr>
          <p:nvPr>
            <p:ph type="dt" sz="half" idx="10"/>
          </p:nvPr>
        </p:nvSpPr>
        <p:spPr/>
        <p:txBody>
          <a:bodyPr/>
          <a:lstStyle/>
          <a:p>
            <a:fld id="{BD16C73C-746E-4B19-8B12-8497D34BB760}" type="datetimeFigureOut">
              <a:rPr kumimoji="1" lang="ja-JP" altLang="en-US" smtClean="0"/>
              <a:t>2026/8/6</a:t>
            </a:fld>
            <a:endParaRPr kumimoji="1" lang="ja-JP" altLang="en-US"/>
          </a:p>
        </p:txBody>
      </p:sp>
      <p:sp>
        <p:nvSpPr>
          <p:cNvPr id="5" name="フッター プレースホルダー 4">
            <a:extLst>
              <a:ext uri="{FF2B5EF4-FFF2-40B4-BE49-F238E27FC236}">
                <a16:creationId xmlns:a16="http://schemas.microsoft.com/office/drawing/2014/main" id="{0179A8C1-AC03-6E55-EFD5-6E936957C2A3}"/>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7786C61B-8CC8-3F4B-6D68-A547343C476A}"/>
              </a:ext>
            </a:extLst>
          </p:cNvPr>
          <p:cNvSpPr>
            <a:spLocks noGrp="1"/>
          </p:cNvSpPr>
          <p:nvPr>
            <p:ph type="sldNum" sz="quarter" idx="12"/>
          </p:nvPr>
        </p:nvSpPr>
        <p:spPr/>
        <p:txBody>
          <a:bodyPr/>
          <a:lstStyle/>
          <a:p>
            <a:fld id="{8952CF0F-F9DC-4E74-8ECC-DC25DD3CB749}" type="slidenum">
              <a:rPr kumimoji="1" lang="ja-JP" altLang="en-US" smtClean="0"/>
              <a:t>‹#›</a:t>
            </a:fld>
            <a:endParaRPr kumimoji="1" lang="ja-JP" altLang="en-US"/>
          </a:p>
        </p:txBody>
      </p:sp>
    </p:spTree>
    <p:extLst>
      <p:ext uri="{BB962C8B-B14F-4D97-AF65-F5344CB8AC3E}">
        <p14:creationId xmlns:p14="http://schemas.microsoft.com/office/powerpoint/2010/main" val="12957353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E4094070-DD99-F0D1-9961-0EF5A98F734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D95A5D52-E064-CDCE-C2CB-F29F58564AC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1879159B-A790-814C-6A0E-72C0847FC83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D16C73C-746E-4B19-8B12-8497D34BB760}" type="datetimeFigureOut">
              <a:rPr kumimoji="1" lang="ja-JP" altLang="en-US" smtClean="0"/>
              <a:t>2026/8/6</a:t>
            </a:fld>
            <a:endParaRPr kumimoji="1" lang="ja-JP" altLang="en-US"/>
          </a:p>
        </p:txBody>
      </p:sp>
      <p:sp>
        <p:nvSpPr>
          <p:cNvPr id="5" name="フッター プレースホルダー 4">
            <a:extLst>
              <a:ext uri="{FF2B5EF4-FFF2-40B4-BE49-F238E27FC236}">
                <a16:creationId xmlns:a16="http://schemas.microsoft.com/office/drawing/2014/main" id="{B496666A-1F96-0FC0-BCBA-B377217D58C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965DA109-F36A-AEA5-5C28-B9E8CCE8BA7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952CF0F-F9DC-4E74-8ECC-DC25DD3CB749}" type="slidenum">
              <a:rPr kumimoji="1" lang="ja-JP" altLang="en-US" smtClean="0"/>
              <a:t>‹#›</a:t>
            </a:fld>
            <a:endParaRPr kumimoji="1" lang="ja-JP" altLang="en-US"/>
          </a:p>
        </p:txBody>
      </p:sp>
    </p:spTree>
    <p:extLst>
      <p:ext uri="{BB962C8B-B14F-4D97-AF65-F5344CB8AC3E}">
        <p14:creationId xmlns:p14="http://schemas.microsoft.com/office/powerpoint/2010/main" val="14303854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6236B22-B42B-2676-ACDA-2315C0DD1996}"/>
              </a:ext>
            </a:extLst>
          </p:cNvPr>
          <p:cNvSpPr>
            <a:spLocks noGrp="1"/>
          </p:cNvSpPr>
          <p:nvPr>
            <p:ph type="ctrTitle"/>
          </p:nvPr>
        </p:nvSpPr>
        <p:spPr>
          <a:xfrm>
            <a:off x="165369" y="110687"/>
            <a:ext cx="8424154" cy="920445"/>
          </a:xfrm>
        </p:spPr>
        <p:txBody>
          <a:bodyPr>
            <a:normAutofit/>
          </a:bodyPr>
          <a:lstStyle/>
          <a:p>
            <a:r>
              <a:rPr lang="ja-JP" altLang="en-US" b="1" dirty="0"/>
              <a:t>タイトル </a:t>
            </a:r>
            <a:r>
              <a:rPr lang="en-US" altLang="ja-JP" b="1" dirty="0"/>
              <a:t>: </a:t>
            </a:r>
            <a:r>
              <a:rPr kumimoji="1" lang="en-US" altLang="ja-JP" b="1" dirty="0" err="1"/>
              <a:t>FightingRush</a:t>
            </a:r>
            <a:endParaRPr kumimoji="1" lang="ja-JP" altLang="en-US" b="1" dirty="0"/>
          </a:p>
        </p:txBody>
      </p:sp>
      <p:sp>
        <p:nvSpPr>
          <p:cNvPr id="4" name="テキスト ボックス 3">
            <a:extLst>
              <a:ext uri="{FF2B5EF4-FFF2-40B4-BE49-F238E27FC236}">
                <a16:creationId xmlns:a16="http://schemas.microsoft.com/office/drawing/2014/main" id="{C7CCD5C3-9105-468C-7036-B44A238947D2}"/>
              </a:ext>
            </a:extLst>
          </p:cNvPr>
          <p:cNvSpPr txBox="1"/>
          <p:nvPr/>
        </p:nvSpPr>
        <p:spPr>
          <a:xfrm>
            <a:off x="544750" y="1031132"/>
            <a:ext cx="4776280" cy="584775"/>
          </a:xfrm>
          <a:prstGeom prst="rect">
            <a:avLst/>
          </a:prstGeom>
          <a:noFill/>
        </p:spPr>
        <p:txBody>
          <a:bodyPr wrap="square" rtlCol="0">
            <a:spAutoFit/>
          </a:bodyPr>
          <a:lstStyle/>
          <a:p>
            <a:r>
              <a:rPr kumimoji="1" lang="ja-JP" altLang="en-US" sz="3200" dirty="0"/>
              <a:t>ジャンル </a:t>
            </a:r>
            <a:r>
              <a:rPr lang="en-US" altLang="ja-JP" sz="3200" dirty="0"/>
              <a:t>: 2D</a:t>
            </a:r>
            <a:r>
              <a:rPr lang="ja-JP" altLang="en-US" sz="3200" dirty="0"/>
              <a:t>アクション</a:t>
            </a:r>
            <a:r>
              <a:rPr kumimoji="1" lang="ja-JP" altLang="en-US" dirty="0"/>
              <a:t> </a:t>
            </a:r>
          </a:p>
        </p:txBody>
      </p:sp>
      <p:sp>
        <p:nvSpPr>
          <p:cNvPr id="5" name="テキスト ボックス 4">
            <a:extLst>
              <a:ext uri="{FF2B5EF4-FFF2-40B4-BE49-F238E27FC236}">
                <a16:creationId xmlns:a16="http://schemas.microsoft.com/office/drawing/2014/main" id="{5E560653-8AFF-AF88-1016-582CD0FFD314}"/>
              </a:ext>
            </a:extLst>
          </p:cNvPr>
          <p:cNvSpPr txBox="1"/>
          <p:nvPr/>
        </p:nvSpPr>
        <p:spPr>
          <a:xfrm>
            <a:off x="544749" y="1615907"/>
            <a:ext cx="5856051" cy="584775"/>
          </a:xfrm>
          <a:prstGeom prst="rect">
            <a:avLst/>
          </a:prstGeom>
          <a:noFill/>
        </p:spPr>
        <p:txBody>
          <a:bodyPr wrap="square" rtlCol="0">
            <a:spAutoFit/>
          </a:bodyPr>
          <a:lstStyle/>
          <a:p>
            <a:r>
              <a:rPr lang="ja-JP" altLang="en-US" sz="3200" dirty="0"/>
              <a:t>コンセプト </a:t>
            </a:r>
            <a:r>
              <a:rPr lang="en-US" altLang="ja-JP" sz="3200" dirty="0"/>
              <a:t>: </a:t>
            </a:r>
            <a:r>
              <a:rPr lang="ja-JP" altLang="en-US" sz="3200" dirty="0"/>
              <a:t>爽快なアクション</a:t>
            </a:r>
            <a:r>
              <a:rPr kumimoji="1" lang="ja-JP" altLang="en-US" dirty="0"/>
              <a:t> </a:t>
            </a:r>
          </a:p>
        </p:txBody>
      </p:sp>
      <p:sp>
        <p:nvSpPr>
          <p:cNvPr id="6" name="テキスト ボックス 5">
            <a:extLst>
              <a:ext uri="{FF2B5EF4-FFF2-40B4-BE49-F238E27FC236}">
                <a16:creationId xmlns:a16="http://schemas.microsoft.com/office/drawing/2014/main" id="{401922F1-57F1-69E6-CDC2-2C20A737F6C6}"/>
              </a:ext>
            </a:extLst>
          </p:cNvPr>
          <p:cNvSpPr txBox="1"/>
          <p:nvPr/>
        </p:nvSpPr>
        <p:spPr>
          <a:xfrm>
            <a:off x="413426" y="2213186"/>
            <a:ext cx="2519464" cy="646331"/>
          </a:xfrm>
          <a:prstGeom prst="rect">
            <a:avLst/>
          </a:prstGeom>
          <a:noFill/>
        </p:spPr>
        <p:txBody>
          <a:bodyPr wrap="square" rtlCol="0">
            <a:spAutoFit/>
          </a:bodyPr>
          <a:lstStyle/>
          <a:p>
            <a:r>
              <a:rPr lang="ja-JP" altLang="en-US" sz="3600" b="1" u="sng" dirty="0"/>
              <a:t>ゲーム概要</a:t>
            </a:r>
            <a:endParaRPr kumimoji="1" lang="ja-JP" altLang="en-US" sz="3600" b="1" u="sng" dirty="0"/>
          </a:p>
        </p:txBody>
      </p:sp>
      <p:sp>
        <p:nvSpPr>
          <p:cNvPr id="8" name="テキスト ボックス 7">
            <a:extLst>
              <a:ext uri="{FF2B5EF4-FFF2-40B4-BE49-F238E27FC236}">
                <a16:creationId xmlns:a16="http://schemas.microsoft.com/office/drawing/2014/main" id="{96468BE9-AA48-DFA5-E7D9-EBD8158CC2BC}"/>
              </a:ext>
            </a:extLst>
          </p:cNvPr>
          <p:cNvSpPr txBox="1"/>
          <p:nvPr/>
        </p:nvSpPr>
        <p:spPr>
          <a:xfrm>
            <a:off x="544750" y="3093396"/>
            <a:ext cx="5038928" cy="2677656"/>
          </a:xfrm>
          <a:prstGeom prst="rect">
            <a:avLst/>
          </a:prstGeom>
          <a:noFill/>
        </p:spPr>
        <p:txBody>
          <a:bodyPr wrap="square" rtlCol="0">
            <a:spAutoFit/>
          </a:bodyPr>
          <a:lstStyle/>
          <a:p>
            <a:r>
              <a:rPr lang="ja-JP" altLang="en-US" sz="2800" dirty="0"/>
              <a:t>・</a:t>
            </a:r>
            <a:r>
              <a:rPr kumimoji="1" lang="ja-JP" altLang="en-US" sz="2800" dirty="0"/>
              <a:t>迫りくる雑魚敵を弱パンチ攻撃や強パンチ攻撃を使って倒しながら、ボスを倒しに行く</a:t>
            </a:r>
            <a:endParaRPr kumimoji="1" lang="en-US" altLang="ja-JP" sz="2800" dirty="0"/>
          </a:p>
          <a:p>
            <a:r>
              <a:rPr lang="ja-JP" altLang="en-US" sz="2800" dirty="0"/>
              <a:t>・</a:t>
            </a:r>
            <a:r>
              <a:rPr kumimoji="1" lang="ja-JP" altLang="en-US" sz="2800" dirty="0"/>
              <a:t>敵を指定した人数倒すとボス戦に行く</a:t>
            </a:r>
            <a:endParaRPr kumimoji="1" lang="en-US" altLang="ja-JP" sz="2800" dirty="0"/>
          </a:p>
        </p:txBody>
      </p:sp>
      <p:pic>
        <p:nvPicPr>
          <p:cNvPr id="9" name="図 8" descr="熱血硬派くにおくん｜ファミコン (FC)｜テクノスジャパン｜レトロゲームから最新ゲームまで検索できるゲームカタログのピコピコ大百科">
            <a:extLst>
              <a:ext uri="{FF2B5EF4-FFF2-40B4-BE49-F238E27FC236}">
                <a16:creationId xmlns:a16="http://schemas.microsoft.com/office/drawing/2014/main" id="{17A6E76E-D7D8-C55A-2FF5-5F1D89191620}"/>
              </a:ext>
            </a:extLst>
          </p:cNvPr>
          <p:cNvPicPr>
            <a:picLocks noChangeAspect="1"/>
          </p:cNvPicPr>
          <p:nvPr/>
        </p:nvPicPr>
        <p:blipFill>
          <a:blip r:embed="rId2"/>
          <a:stretch>
            <a:fillRect/>
          </a:stretch>
        </p:blipFill>
        <p:spPr>
          <a:xfrm>
            <a:off x="6780181" y="1456718"/>
            <a:ext cx="5133768" cy="4776280"/>
          </a:xfrm>
          <a:prstGeom prst="rect">
            <a:avLst/>
          </a:prstGeom>
        </p:spPr>
      </p:pic>
      <p:sp>
        <p:nvSpPr>
          <p:cNvPr id="10" name="テキスト ボックス 9">
            <a:extLst>
              <a:ext uri="{FF2B5EF4-FFF2-40B4-BE49-F238E27FC236}">
                <a16:creationId xmlns:a16="http://schemas.microsoft.com/office/drawing/2014/main" id="{2C66F06B-1547-7C5A-574B-669308E22152}"/>
              </a:ext>
            </a:extLst>
          </p:cNvPr>
          <p:cNvSpPr txBox="1"/>
          <p:nvPr/>
        </p:nvSpPr>
        <p:spPr>
          <a:xfrm>
            <a:off x="8375514" y="6377981"/>
            <a:ext cx="2295729" cy="369332"/>
          </a:xfrm>
          <a:prstGeom prst="rect">
            <a:avLst/>
          </a:prstGeom>
          <a:noFill/>
        </p:spPr>
        <p:txBody>
          <a:bodyPr wrap="square" rtlCol="0">
            <a:spAutoFit/>
          </a:bodyPr>
          <a:lstStyle/>
          <a:p>
            <a:r>
              <a:rPr kumimoji="1" lang="ja-JP" altLang="en-US" dirty="0"/>
              <a:t>熱血硬派くにおくん　</a:t>
            </a:r>
          </a:p>
        </p:txBody>
      </p:sp>
    </p:spTree>
    <p:extLst>
      <p:ext uri="{BB962C8B-B14F-4D97-AF65-F5344CB8AC3E}">
        <p14:creationId xmlns:p14="http://schemas.microsoft.com/office/powerpoint/2010/main" val="1341444943"/>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51</Words>
  <Application>Microsoft Office PowerPoint</Application>
  <PresentationFormat>ワイド画面</PresentationFormat>
  <Paragraphs>7</Paragraphs>
  <Slides>1</Slides>
  <Notes>0</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1</vt:i4>
      </vt:variant>
    </vt:vector>
  </HeadingPairs>
  <TitlesOfParts>
    <vt:vector size="5" baseType="lpstr">
      <vt:lpstr>游ゴシック</vt:lpstr>
      <vt:lpstr>游ゴシック Light</vt:lpstr>
      <vt:lpstr>Arial</vt:lpstr>
      <vt:lpstr>Office テーマ</vt:lpstr>
      <vt:lpstr>タイトル : FightingRush</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寺尾　彪翔</dc:creator>
  <cp:lastModifiedBy>寺尾　彪翔</cp:lastModifiedBy>
  <cp:revision>1</cp:revision>
  <dcterms:created xsi:type="dcterms:W3CDTF">2026-08-06T11:33:50Z</dcterms:created>
  <dcterms:modified xsi:type="dcterms:W3CDTF">2026-08-06T11:35:36Z</dcterms:modified>
</cp:coreProperties>
</file>